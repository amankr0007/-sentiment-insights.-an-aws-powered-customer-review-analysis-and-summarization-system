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F370F-DF46-3E94-019B-2CA232FF16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046849-D617-6C5F-97A3-03B0FBC8AE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5877E-38E7-94E0-D8E7-FB777E778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DBC0D-B13F-4B54-AA23-68CD04A9907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F21C4-1E80-CEEE-CB4D-E230FDC34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B405A-3F91-4622-6364-954614E71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39FC-749D-4A65-AA82-530B9177E8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222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4E803-850C-6A9A-0172-FA00396F0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86995-FB4D-1499-B69C-CD55EF893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13716-BF39-8580-EDB1-07B956192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DBC0D-B13F-4B54-AA23-68CD04A9907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54CE3-02B9-4F5B-0AC8-3A5FF6C76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ABBE9-9E89-6DF4-BBF4-8DE97AAE2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39FC-749D-4A65-AA82-530B9177E8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40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4F782-649D-D0C7-7D76-993DCAE37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4C413-CD29-D095-DAE6-B62EC13A7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A7664-984E-A78A-4D53-08E9E7139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DBC0D-B13F-4B54-AA23-68CD04A9907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3D842-3083-F8C0-CBDE-FDFEA8917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5B0A3-7502-CBE4-507A-9CCEDA71F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39FC-749D-4A65-AA82-530B9177E8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52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17CE0-3AC2-D4B0-E24E-E0E7DDB24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697F1-02D8-F9F9-FCBD-78D085EB7F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EAF3D1-9664-D555-F38C-1D55E536E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087635-D0CE-7AB1-1187-C79540A61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DBC0D-B13F-4B54-AA23-68CD04A9907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23159A-200E-1B5F-4BD4-28BEC5E36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5CABD1-7692-CD02-DDB2-A0C2FB762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39FC-749D-4A65-AA82-530B9177E8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933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E2107-428A-D192-49CD-699110906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EF4C13-7DC7-4E6D-772F-159EAB4D5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2C165E-037B-B72D-7DCC-9E1FF8113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B9F7CA-B7B2-5535-7F47-F8E391C67A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A2BF32-EBB7-969E-D5FA-567A774FA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F40D85-4E17-27C2-E23F-FDF36811C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DBC0D-B13F-4B54-AA23-68CD04A9907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658A9D-24D3-CFD7-55F2-D45FF754B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01AB04-4E41-F548-D5D4-7F077B08D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39FC-749D-4A65-AA82-530B9177E8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702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7A0D1-D675-D41B-763B-4CC489F87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E79E0F-E111-2540-3B06-BF33B7455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DBC0D-B13F-4B54-AA23-68CD04A9907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9B0BED-45C1-004F-334C-F0DA50BEA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ABBFB1-5E34-0AD0-6C4F-5CC5FF10A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39FC-749D-4A65-AA82-530B9177E8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365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950B15-6EDE-8714-1AA7-986490E86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DBC0D-B13F-4B54-AA23-68CD04A9907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C1AB8E-2A15-DDC1-91E3-D65A0B6A4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FEF575-9CB4-4FDD-8A0F-62515766A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39FC-749D-4A65-AA82-530B9177E8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091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7B8B8-6147-795C-9702-30334AB06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66467-5CAB-DF8C-A71A-7C8862F52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C9F73E-55BF-D1CE-3F32-091494B5F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D86F79-97C5-BBCE-D2E2-68CF92642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DBC0D-B13F-4B54-AA23-68CD04A9907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922348-FDB6-469F-6B79-D2D7F8E61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85A3B-5083-E2AD-DA0A-A8426ACA0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39FC-749D-4A65-AA82-530B9177E8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056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19D3D-C97A-77AD-33F7-968B83EEA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7D4AFE-BA2E-8579-117D-6093ED0DE5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DEDF8-D9EC-4EAC-1798-CCD720E3C4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20C8B-74F7-7661-BD1C-B903DF84A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DBC0D-B13F-4B54-AA23-68CD04A9907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4C76E4-56A7-1AA5-FB0B-745D52498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4C4CDF-4224-5F4F-7537-A61DA52B7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39FC-749D-4A65-AA82-530B9177E8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819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39AE8-6D49-AD4B-E34E-D2D38CBC4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A737FC-C17D-C9A4-9667-0025FAE10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D2098-A960-3A0C-5E7E-0F9700809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DBC0D-B13F-4B54-AA23-68CD04A9907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511D6-7BAA-B36A-4D71-526AF8E34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3CF6F-9380-F886-8B60-D0F65E3F3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39FC-749D-4A65-AA82-530B9177E8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472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BC1644-9ED2-7722-7FC1-7E4F9285DD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971C33-8D8D-9B7A-4EFC-95E2D3647A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6963B-CCD2-89F3-742A-E56783ADE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DBC0D-B13F-4B54-AA23-68CD04A9907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0FC50-9FBD-B376-9542-31C4DDB7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9462E-77BA-E8CB-01A2-2C8CCFB57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39FC-749D-4A65-AA82-530B9177E8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3462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1E98FB-1AC7-80A7-FEB8-721937A2E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A447E-F98F-B776-BF39-258ED5294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C6A27-1111-A806-EA54-5EDC6F51A6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DBC0D-B13F-4B54-AA23-68CD04A9907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5B4D9-B368-BD3E-091D-CC0B2971B5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5AD5C-2BC7-A893-EF20-D4C645407C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C39FC-749D-4A65-AA82-530B9177E8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624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F2204-BCFA-D07E-5209-7B0E7FD828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/>
              <a:t>cbdsh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CA8DAC-7814-2F1D-A077-D425C1EBC0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3460E0-42A4-B1EC-A2B6-68881777B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8" y="-46007"/>
            <a:ext cx="12192000" cy="622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014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64713F-53B5-C5DE-CD1F-9CC55011F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593"/>
            <a:ext cx="12192000" cy="679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984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E13B97-DFDC-C54D-D5C4-89005C839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121"/>
            <a:ext cx="12192000" cy="6592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209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BA3647-E0FE-75B4-C9FF-8EB9ADE89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5004"/>
            <a:ext cx="12192000" cy="50929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0E82D1-9A2E-EA14-2633-F197E04885EC}"/>
              </a:ext>
            </a:extLst>
          </p:cNvPr>
          <p:cNvSpPr txBox="1"/>
          <p:nvPr/>
        </p:nvSpPr>
        <p:spPr>
          <a:xfrm>
            <a:off x="4260997" y="564930"/>
            <a:ext cx="60977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Phase 1: Setup &amp; Preparation</a:t>
            </a:r>
          </a:p>
        </p:txBody>
      </p:sp>
    </p:spTree>
    <p:extLst>
      <p:ext uri="{BB962C8B-B14F-4D97-AF65-F5344CB8AC3E}">
        <p14:creationId xmlns:p14="http://schemas.microsoft.com/office/powerpoint/2010/main" val="943856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61784E-6C9D-CB76-7CB7-BBD208149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9191"/>
            <a:ext cx="12192000" cy="47148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ACFEA3-5145-CCBB-A945-527F09E291CB}"/>
              </a:ext>
            </a:extLst>
          </p:cNvPr>
          <p:cNvSpPr txBox="1"/>
          <p:nvPr/>
        </p:nvSpPr>
        <p:spPr>
          <a:xfrm>
            <a:off x="5281724" y="459247"/>
            <a:ext cx="60977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Creating S3 Buckets</a:t>
            </a:r>
          </a:p>
        </p:txBody>
      </p:sp>
    </p:spTree>
    <p:extLst>
      <p:ext uri="{BB962C8B-B14F-4D97-AF65-F5344CB8AC3E}">
        <p14:creationId xmlns:p14="http://schemas.microsoft.com/office/powerpoint/2010/main" val="3170080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1539F3-F492-DDDC-1EF5-94872AED7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8408"/>
            <a:ext cx="12192000" cy="41148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F59E6E-9EC3-BA2C-0045-8ABBABFA230C}"/>
              </a:ext>
            </a:extLst>
          </p:cNvPr>
          <p:cNvSpPr txBox="1"/>
          <p:nvPr/>
        </p:nvSpPr>
        <p:spPr>
          <a:xfrm>
            <a:off x="3942022" y="584791"/>
            <a:ext cx="62253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Creating IAM Role for Lambda</a:t>
            </a:r>
          </a:p>
        </p:txBody>
      </p:sp>
    </p:spTree>
    <p:extLst>
      <p:ext uri="{BB962C8B-B14F-4D97-AF65-F5344CB8AC3E}">
        <p14:creationId xmlns:p14="http://schemas.microsoft.com/office/powerpoint/2010/main" val="523863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E80D9F-A7B0-3366-6615-1E936BD67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3498"/>
            <a:ext cx="12192000" cy="46734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8A11C4-556A-FE79-66BB-1A8040F384C7}"/>
              </a:ext>
            </a:extLst>
          </p:cNvPr>
          <p:cNvSpPr txBox="1"/>
          <p:nvPr/>
        </p:nvSpPr>
        <p:spPr>
          <a:xfrm>
            <a:off x="2983319" y="596398"/>
            <a:ext cx="62253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Creating DynamoDB Table</a:t>
            </a:r>
          </a:p>
        </p:txBody>
      </p:sp>
    </p:spTree>
    <p:extLst>
      <p:ext uri="{BB962C8B-B14F-4D97-AF65-F5344CB8AC3E}">
        <p14:creationId xmlns:p14="http://schemas.microsoft.com/office/powerpoint/2010/main" val="2468963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7F04B1-CF65-6C1B-1297-BFE326DF1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0065"/>
            <a:ext cx="12192000" cy="47952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18E8FB-B876-491B-FAA5-6835AD60AF2D}"/>
              </a:ext>
            </a:extLst>
          </p:cNvPr>
          <p:cNvSpPr txBox="1"/>
          <p:nvPr/>
        </p:nvSpPr>
        <p:spPr>
          <a:xfrm>
            <a:off x="4133407" y="554297"/>
            <a:ext cx="62253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it-IT" sz="2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Phase 2: Data Ingestion Pipeline</a:t>
            </a:r>
          </a:p>
        </p:txBody>
      </p:sp>
    </p:spTree>
    <p:extLst>
      <p:ext uri="{BB962C8B-B14F-4D97-AF65-F5344CB8AC3E}">
        <p14:creationId xmlns:p14="http://schemas.microsoft.com/office/powerpoint/2010/main" val="1938382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3ECEDE-8C17-0DB2-38AB-E33915B2A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91" y="2083981"/>
            <a:ext cx="12192000" cy="42955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CD3C3E-D2FA-EFF8-8D75-5B2EE4C1BA6C}"/>
              </a:ext>
            </a:extLst>
          </p:cNvPr>
          <p:cNvSpPr txBox="1"/>
          <p:nvPr/>
        </p:nvSpPr>
        <p:spPr>
          <a:xfrm>
            <a:off x="3995184" y="478465"/>
            <a:ext cx="62253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Phase 3: Summarization &amp; Insights</a:t>
            </a:r>
          </a:p>
        </p:txBody>
      </p:sp>
    </p:spTree>
    <p:extLst>
      <p:ext uri="{BB962C8B-B14F-4D97-AF65-F5344CB8AC3E}">
        <p14:creationId xmlns:p14="http://schemas.microsoft.com/office/powerpoint/2010/main" val="3646556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8160D7-54D5-752F-5725-661D7431E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5516"/>
            <a:ext cx="12192000" cy="41100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5D2791-E233-F085-2FA9-79B5A5CF16AA}"/>
              </a:ext>
            </a:extLst>
          </p:cNvPr>
          <p:cNvSpPr txBox="1"/>
          <p:nvPr/>
        </p:nvSpPr>
        <p:spPr>
          <a:xfrm>
            <a:off x="1573619" y="639357"/>
            <a:ext cx="92715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Conclusion: Key Insights and Future Directions</a:t>
            </a:r>
          </a:p>
        </p:txBody>
      </p:sp>
    </p:spTree>
    <p:extLst>
      <p:ext uri="{BB962C8B-B14F-4D97-AF65-F5344CB8AC3E}">
        <p14:creationId xmlns:p14="http://schemas.microsoft.com/office/powerpoint/2010/main" val="2683208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Widescreen</PresentationFormat>
  <Paragraphs>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Roboto</vt:lpstr>
      <vt:lpstr>Office Theme</vt:lpstr>
      <vt:lpstr>cbdsh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ritesh verma</dc:creator>
  <cp:lastModifiedBy>ritesh verma</cp:lastModifiedBy>
  <cp:revision>1</cp:revision>
  <dcterms:created xsi:type="dcterms:W3CDTF">2025-11-16T04:47:56Z</dcterms:created>
  <dcterms:modified xsi:type="dcterms:W3CDTF">2025-11-16T04:48:24Z</dcterms:modified>
</cp:coreProperties>
</file>